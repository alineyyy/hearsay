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Slow. Let it land. Do not rush into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after "It's specific." before delivering the last line. The pause is the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"hearsay" here is the ordinary word, not the product. That double meaning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dirty="0">
                <a:solidFill>
                  <a:srgbClr val="161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international student in France</a:t>
            </a:r>
            <a:endParaRPr lang="en-US" sz="4000" dirty="0"/>
          </a:p>
          <a:p>
            <a:pPr algn="ctr" indent="0" marL="0">
              <a:lnSpc>
                <a:spcPts val="5600"/>
              </a:lnSpc>
              <a:buNone/>
            </a:pPr>
            <a:r>
              <a:rPr lang="en-US" sz="4000" dirty="0">
                <a:solidFill>
                  <a:srgbClr val="161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a senior who helped them.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3400" dirty="0">
                <a:solidFill>
                  <a:srgbClr val="161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advice is generous.</a:t>
            </a:r>
            <a:endParaRPr lang="en-US" sz="3400" dirty="0"/>
          </a:p>
          <a:p>
            <a:pPr algn="ctr" indent="0" marL="0">
              <a:lnSpc>
                <a:spcPts val="5000"/>
              </a:lnSpc>
              <a:buNone/>
            </a:pPr>
            <a:r>
              <a:rPr lang="en-US" sz="3400" dirty="0">
                <a:solidFill>
                  <a:srgbClr val="161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specific.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8404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865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it's usually from last year.</a:t>
            </a:r>
            <a:endParaRPr lang="en-US" sz="3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1240000">
            <a:off x="4709160" y="1234440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FBFAF7"/>
          </a:solidFill>
          <a:ln w="25400">
            <a:solidFill>
              <a:srgbClr val="1C4E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1C4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CHECKED AGAINST SOURCE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spc="200" kern="0" dirty="0">
                <a:solidFill>
                  <a:srgbClr val="1C4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WITH THE DATE ·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688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spc="400" kern="0" dirty="0">
                <a:solidFill>
                  <a:srgbClr val="161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HEARSAY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4114800"/>
            <a:ext cx="8321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6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the paperwork advice international students pass around against </a:t>
            </a:r>
            <a:pPr algn="ctr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16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dated official French sources</a:t>
            </a:r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6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tells you exactly what changed.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85800"/>
            <a:ext cx="10789920" cy="5029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4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agents make judgements.</a:t>
            </a:r>
            <a:pPr algn="ctr" indent="0" marL="0">
              <a:buNone/>
            </a:pPr>
            <a:r>
              <a:rPr lang="en-US" sz="1500" b="1" dirty="0">
                <a:solidFill>
                  <a:srgbClr val="A86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Amber — deterministic code supplies facts.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0" b="1" dirty="0">
                <a:solidFill>
                  <a:srgbClr val="1C4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445,000</a:t>
            </a:r>
            <a:endParaRPr lang="en-US" sz="1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students in France, 2024–25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000" dirty="0">
                <a:solidFill>
                  <a:srgbClr val="161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Almost all of them get through this</a:t>
            </a:r>
            <a:endParaRPr lang="en-US" sz="30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3000" dirty="0">
                <a:solidFill>
                  <a:srgbClr val="161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</a:t>
            </a:r>
            <a:endParaRPr lang="en-US" sz="30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3000" i="1" dirty="0">
                <a:solidFill>
                  <a:srgbClr val="A865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hearsay</a:t>
            </a:r>
            <a:pPr algn="ctr" indent="0" marL="0">
              <a:lnSpc>
                <a:spcPts val="4400"/>
              </a:lnSpc>
              <a:buNone/>
            </a:pPr>
            <a:r>
              <a:rPr lang="en-US" sz="3000" dirty="0">
                <a:solidFill>
                  <a:srgbClr val="161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161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HEARSAY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4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github.com/alineyyy/Hearsay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49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5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licence  ·  built with AWS Strands Agents on Amazon Bedrock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data: Service-Public.gouv.fr / DILA  ·  Licence Ouverte 2.0 (Etalab)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Hearsay</dc:title>
  <dc:subject>PptxGenJS Presentation</dc:subject>
  <dc:creator>Caini</dc:creator>
  <cp:lastModifiedBy>Caini</cp:lastModifiedBy>
  <cp:revision>1</cp:revision>
  <dcterms:created xsi:type="dcterms:W3CDTF">2026-09-12T13:40:49Z</dcterms:created>
  <dcterms:modified xsi:type="dcterms:W3CDTF">2026-09-12T13:40:49Z</dcterms:modified>
</cp:coreProperties>
</file>